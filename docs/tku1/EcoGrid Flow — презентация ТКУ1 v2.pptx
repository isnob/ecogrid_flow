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БОГДАН · слайд 1 (≈1 мин)</a:t>
            </a:r>
          </a:p>
          <a:p>
            <a:r>
              <a:t>Здравствуйте! Мы команда «Шпингалеты», проект EcoGrid Flow. Я Богдан, тимлид и Product Owner.</a:t>
            </a:r>
          </a:p>
          <a:p>
            <a:r>
              <a:t>Компании, у которых свои дата-центры, запускают тяжёлые задачи — обучение моделей, ночные ETL-пайплайны — по жёсткому расписанию. А цена электроэнергии на бирже за сутки меняется в разы, и от погоды зависит, сколько энергии уходит на охлаждение. В итоге компания переплачивает.</a:t>
            </a:r>
          </a:p>
          <a:p>
            <a:r>
              <a:t>Наш сервис берёт цены с биржи ENTSO-E и прогноз погоды Open-Meteo, проверяет их качество и рассчитывает, когда и в каком дата-центре запустить задачу дешевле всего, не нарушив дедлайн. Результат отдаём через REST API — его вызывает оркестратор Airflow — и через веб-симулятор.</a:t>
            </a:r>
          </a:p>
          <a:p>
            <a:r>
              <a:t>Пользователи — дата- и ML-инженеры и финансовый директор. Команда — пять человек, роли и зоны ответственности в таблице. Дальше Арина расскажет про предметную область и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АРИНА · слайд 2 (≈1 мин)</a:t>
            </a:r>
          </a:p>
          <a:p>
            <a:r>
              <a:t>Сейчас тяжёлые задачи стартуют по cron в один и тот же час и всегда в одном дата-центре — цена и погода не учитываются. С нашим сервисом время старта подбирается как самое дешёвое окно до дедлайна, дата-центр выбирается из трёх, а охлаждение считается по прогнозу погоды.</a:t>
            </a:r>
          </a:p>
          <a:p>
            <a:r>
              <a:t>Главные заинтересованные стороны: дата-инженеру нужно не сорвать дедлайн и быстрый ответ API, финансовому директору — экономия в евро, службе безопасности — чтобы данные не уходили наружу.</a:t>
            </a:r>
          </a:p>
          <a:p>
            <a:r>
              <a:t>В таблице — каталог источников: цены ENTSO-E в XML раз в сутки, прогноз Open-Meteo в JSON каждые три часа, и два внутренних — справочник дата-центров и параметры задачи из Airflow.</a:t>
            </a:r>
          </a:p>
          <a:p>
            <a:r>
              <a:t>Проблемы данных, которые мы ожидаем: биржа может задержать публикацию, бывают пропуски интервалов, дубли, смена шага цен с часа на 15 минут и аномальные цены. Это ловит проверка качества, а если свежих цен нет — работает запасной режим. Контекстная диаграмма есть в запасных слайдах.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ГРИГОРИЙ · слайд 3 (≈1 мин)</a:t>
            </a:r>
          </a:p>
          <a:p>
            <a:r>
              <a:t>Мы составили 38 проверяемых требований: 18 функциональных — что система делает, 13 нефункциональных — насколько хорошо, и 7 требований к данным. В таблице основные. Например, загрузка цен раз в сутки, проверка качества данных, окно не выходит за дедлайн, ответ API быстрее 200 миллисекунд, и наружу сервис ходит только к двум источникам. Требование к данным DR-01: 24 или 96 значений цены в сутки на зону, точный тип numeric и хранение 5 лет.</a:t>
            </a:r>
          </a:p>
          <a:p>
            <a:r>
              <a:t>Приоритеты расставили по MoSCoW: 17 обязательных — без них нет релиза.</a:t>
            </a:r>
          </a:p>
          <a:p>
            <a:r>
              <a:t>Справа — критерий приёмки, который можно проверить на тестовых данных: если в партии цен есть значение 9999 евро за мегаватт-час, эта строка не попадает в базу, в журнал пишется ошибка с кодом, а загрузка продолжает работать. Этот тест должен пройти к контрольной точке 23 октября.</a:t>
            </a:r>
          </a:p>
          <a:p>
            <a:r>
              <a:t>Ключевой сценарий — оркестратор Airflow перед запуском пайплайна спрашивает наш API и получает время и дата-центр. Дальше Максим расскажет, как мы организовали работу.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МАКСИМ · слайд 4 (≈1 мин)</a:t>
            </a:r>
          </a:p>
          <a:p>
            <a:r>
              <a:t>Мы работаем по Kanban в «Сфере». Выбрали его, потому что загрузка у студентов неравномерная — спринты постоянно срывались бы. Работаем потоком, и у каждого в работе не больше одной задачи.</a:t>
            </a:r>
          </a:p>
          <a:p>
            <a:r>
              <a:t>Бэклог устроен как Epic → Feature → Task: пять эпиков — загрузка данных, хранение, ядро, бэкенд и веб. Например, эпик «хранение», в нём фича «инфраструктура базы», в ней задача «PostgreSQL в Docker» — она выполнена. Справа — наша настоящая доска: восемь задач в работе, шесть решено.</a:t>
            </a:r>
          </a:p>
          <a:p>
            <a:r>
              <a:t>Задача считается готовой, только если код в репозитории, прошёл ревью и тесты и ветка влита. В Git — ветка от develop, Merge Request с одобрением, потом в master на релизе.</a:t>
            </a:r>
          </a:p>
          <a:p>
            <a:r>
              <a:t>Внизу — контрольные точки до Release 0.5: каждые две недели, ближайшая — 23 октября, релиз — 18 декабря.</a:t>
            </a:r>
          </a:p>
          <a:p>
            <a:r>
              <a:t>Главный риск по данным — мой: загрузка пока работает на ноутбуках, и к релизу может не набраться 14 дней без сбоев. Решение — постоянно включённый компьютер, догрузка пропусков и ежедневная сверка полноты. Дальше Александр расскажет про архитектуру.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АЛЕКСАНДР · слайд 5 (≈1 мин)</a:t>
            </a:r>
          </a:p>
          <a:p>
            <a:r>
              <a:t>Сверху — поток данных. Источники — цены ENTSO-E в XML и погода Open-Meteo в JSON. ETL-воркер забирает их по расписанию, дальше проверка качества: полнота, дубли, допустимый диапазон цен. Потом приводим всё к UTC и единому шагу, считаем PUE и сохраняем в PostgreSQL. Результат выдаём через REST API и веб.</a:t>
            </a:r>
          </a:p>
          <a:p>
            <a:r>
              <a:t>Внизу — предварительная схема контейнеров C4. Всё работает в Docker Compose внутри сети клиента: воркер загрузки, база, API вместе с ядром расчёта и веб. Наружу ходит только воркер и только к двум адресам. Airflow клиента и веб обращаются к API по REST с токеном, ошибки возвращаются в едином формате с кодом.</a:t>
            </a:r>
          </a:p>
          <a:p>
            <a:r>
              <a:t>Почему так: данных немного — около двухсот тысяч строк цен в год, поэтому Big Data не нужен, хватает PostgreSQL с партициями по месяцам. FastAPI с NumPy даёт ответ быстрее 200 миллисекунд. Если строка плохая — она уходит в журнал проверки, если свежих цен нет — работает запасной режим.</a:t>
            </a:r>
          </a:p>
          <a:p>
            <a:r>
              <a:t>Уже работает: база PostgreSQL 16 в Docker Compose. Дальше Богдан подведёт итоги.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БОГДАН · слайд 6 (≈1 мин)</a:t>
            </a:r>
          </a:p>
          <a:p>
            <a:r>
              <a:t>Что сделано и чем это подтверждается. В «Сфера.Знания» — семь семинаров: требования, каталог источников, схемы, WBS, дорожная карта и реестр рисков. В «Сфера.Задачи» — бэклог по эпикам и фичам, шесть задач решено. В «Сфера.Код» — база PostgreSQL 16 поднимается в Docker одной командой, проверочный запрос проходит, и есть первая вёрстка формы задачи.</a:t>
            </a:r>
          </a:p>
          <a:p>
            <a:r>
              <a:t>В работе сейчас: схема базы — Александр, загрузка и проверка цен — я, ядро расчёта — Арина, каркас веба — Максим, тестовые данные и моки — Григорий.</a:t>
            </a:r>
          </a:p>
          <a:p>
            <a:r>
              <a:t>К Release 0.5, 18 декабря, должна работать вся цепочка: данные, проверка, расчёт, API и веб для трёх зон и трёх дата-центров. Во второй семестр уходят ML-прогноз цен, интеграция с Airflow и дашборд экономии.</a:t>
            </a:r>
          </a:p>
          <a:p>
            <a:r>
              <a:t>Главные ограничения: нужно подтвердить токен ENTSO-E, у нас нет постоянного сервера для загрузки, и в декабре у всех сессия.</a:t>
            </a:r>
          </a:p>
          <a:p>
            <a:r>
              <a:t>Спасибо за внимание,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Запасной слайд — показываем, если спросят про контекст системы или отличие C4 Context от C4 Container (вопрос 24). Context: система целиком, её пользователи и внешние системы. Container: что внутри системы — воркер, база, API, веб (слайд 5). Поток данных — по каким этапам идут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Запасной слайд — показываем по вопросам 18–19 о рисках. 25 рисков, 6 из них про данные, 3 критических, у каждого владелец и задача на снижение (всего 12 задач). Если источник недоступен — запасной режим по медиане цен за 3 недели; если поменял формат — понятная ошибка загрузки и тесты на сохранённых ответах (RT-08).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Запасной слайд — показываем по вопросу 28 «Как распределить работу, если проект будут развивать несколько команд». Отвечает Александр.</a:t>
            </a:r>
          </a:p>
          <a:p>
            <a:r>
              <a:t>По заданию седьмого семинара мы смоделировали разработку несколькими командами. Систему делим на четыре области: данные, ядро, продукт — это API и веб, и платформа с качеством. Лиды по нашим ролям: данные — Богдан, ядро — Арина, продукт — я, фронтенд в нём ведёт Максим, платформа и качество — Григорий. Над командами: Богдан — Product Owner, Григорий отвечает за интеграцию и приёмку, я — владелец межкомандных зависимостей. У каждого компонента один владелец, поэтому работа не дублируется.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Запасной слайд — карта межкомандных зависимостей из семинара 7. Показываем, если спросят, как фиксируются интерфейсы и кто за них отвечает (вопросы 23 и 28). Владелец зависимостей — Александр.</a:t>
            </a:r>
          </a:p>
          <a:p>
            <a:r>
              <a:t>Слева: кто кому что должен отдать и к какому сроку; красным — то, что на критическом пути. Справа: сначала контракт, потом код; единый DoD; ветки от develop; если интеграция сломалась — стоп слияний, Григорий за день находит, чья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q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